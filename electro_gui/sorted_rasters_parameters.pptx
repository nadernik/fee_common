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8872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572" y="-90"/>
      </p:cViewPr>
      <p:guideLst>
        <p:guide orient="horz" pos="2880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2840568"/>
            <a:ext cx="1010412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5181600"/>
            <a:ext cx="832104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8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2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875868"/>
            <a:ext cx="1010412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3875618"/>
            <a:ext cx="1010412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7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33601"/>
            <a:ext cx="5250180" cy="603461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2133601"/>
            <a:ext cx="5250180" cy="603461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7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046817"/>
            <a:ext cx="5252244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" y="2899833"/>
            <a:ext cx="5252244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8534" y="2046817"/>
            <a:ext cx="5254308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38534" y="2899833"/>
            <a:ext cx="5254308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8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6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5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2" y="364067"/>
            <a:ext cx="3910807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565" y="364067"/>
            <a:ext cx="6645275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2" y="1913467"/>
            <a:ext cx="3910807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2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974" y="6400800"/>
            <a:ext cx="713232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29974" y="817033"/>
            <a:ext cx="713232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9974" y="7156451"/>
            <a:ext cx="713232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3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8220" y="366185"/>
            <a:ext cx="267462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366185"/>
            <a:ext cx="782574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7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366184"/>
            <a:ext cx="1069848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33601"/>
            <a:ext cx="10698480" cy="6034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360" y="8475134"/>
            <a:ext cx="27736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A1C54-D317-49BE-84A8-E0B7BC1E7492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1460" y="8475134"/>
            <a:ext cx="37642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160" y="8475134"/>
            <a:ext cx="27736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A03B9-36D0-460E-AEAE-12C0333FA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3813"/>
            <a:ext cx="11658600" cy="909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1042"/>
          <p:cNvSpPr/>
          <p:nvPr/>
        </p:nvSpPr>
        <p:spPr>
          <a:xfrm>
            <a:off x="2182992" y="424760"/>
            <a:ext cx="7570608" cy="639079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39331" y="908601"/>
            <a:ext cx="111601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FileRange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39331" y="1642646"/>
            <a:ext cx="14754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TriggerSource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2916" y="914400"/>
            <a:ext cx="862584" cy="338554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2732" y="543232"/>
            <a:ext cx="1572768" cy="371168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5958" y="4849725"/>
            <a:ext cx="1669542" cy="3159955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357468" y="8009680"/>
            <a:ext cx="963316" cy="905720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138160" y="6815554"/>
            <a:ext cx="1386840" cy="956846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354581" y="6815554"/>
            <a:ext cx="5875018" cy="499646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06000" y="4953000"/>
            <a:ext cx="1447800" cy="381000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39331" y="3458181"/>
            <a:ext cx="135806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EventSource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39331" y="3868484"/>
            <a:ext cx="115275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EventType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39331" y="2036185"/>
            <a:ext cx="127015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TriggerType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-2305828" y="268311"/>
            <a:ext cx="251100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TriggerSyllIncluded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TriggerSyllExcluded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TriggerMotifSequence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TriggerBoutInterval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TriggerBoutMinDuration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TriggerBoutMinSyllCount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TriggerBurstMinFreq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TriggerBurstMinCount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TriggerPauseMinDuration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309420" y="2782711"/>
            <a:ext cx="25146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EventSyllIncluded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EventSyllExcluded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EventMotifSequence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EventBoutInterval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EventBoutMinDuration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EventBoutMinSyllCount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EventBurstMinFreq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EventBurstMinCount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EventPauseMinDuration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39331" y="2758250"/>
            <a:ext cx="109517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309420" y="5297111"/>
            <a:ext cx="251460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FilterByTriggerDuration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FilterByPrevTriggerOnset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FilterByPrevTriggerOffset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FilterByNextTriggerOnset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FilterByNextTriggerOffset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FilterByPrevEventOnset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FilterByPrevEventOffset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FilterByNextEventOnset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FilterByNextEventOffset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FilterByFirstEventOnset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FilterByFirstEventOffset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FilterByLastEventOnset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FilterByLastEventOffset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FilterByNumberOfEvents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FilterByIsInEvent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89898" y="2368755"/>
            <a:ext cx="862584" cy="338554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69185" y="4226543"/>
            <a:ext cx="862584" cy="338554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250553" y="6249307"/>
            <a:ext cx="176683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BackgroundColor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32331" y="6249307"/>
            <a:ext cx="60465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0542" y="6249307"/>
            <a:ext cx="12314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SkipSorting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-257950" y="9139043"/>
            <a:ext cx="20105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LockLimitsToTrigger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38945" y="9139043"/>
            <a:ext cx="232307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ExcludePartialWindows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00941" y="6248771"/>
            <a:ext cx="144783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WindowLimits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52231" y="9139043"/>
            <a:ext cx="156485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StartReference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52231" y="9552046"/>
            <a:ext cx="15520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StopReference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6873925" y="9139043"/>
            <a:ext cx="183575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ExportHeightUnits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5" name="TextBox 1024"/>
          <p:cNvSpPr txBox="1"/>
          <p:nvPr/>
        </p:nvSpPr>
        <p:spPr>
          <a:xfrm>
            <a:off x="7635526" y="6249307"/>
            <a:ext cx="176843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ExportWidthUnits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906000" y="1964323"/>
            <a:ext cx="1447800" cy="169277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TextBox 1029"/>
          <p:cNvSpPr txBox="1"/>
          <p:nvPr/>
        </p:nvSpPr>
        <p:spPr>
          <a:xfrm>
            <a:off x="8831580" y="9139043"/>
            <a:ext cx="191430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ExportPSTHHeight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ExportHistHeight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ExportInterval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ExportResolution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ExportWidth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ExportHeight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1" name="TextBox 1030"/>
          <p:cNvSpPr txBox="1"/>
          <p:nvPr/>
        </p:nvSpPr>
        <p:spPr>
          <a:xfrm>
            <a:off x="11928468" y="330637"/>
            <a:ext cx="150714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PrimarySortBy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2" name="TextBox 1031"/>
          <p:cNvSpPr txBox="1"/>
          <p:nvPr/>
        </p:nvSpPr>
        <p:spPr>
          <a:xfrm>
            <a:off x="11928468" y="794611"/>
            <a:ext cx="244169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PrimarySortGroupLabels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7259170" y="818593"/>
            <a:ext cx="207620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PrimarySortDirection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11928468" y="1258585"/>
            <a:ext cx="177965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SecondarySortBy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1034"/>
          <p:cNvSpPr txBox="1"/>
          <p:nvPr/>
        </p:nvSpPr>
        <p:spPr>
          <a:xfrm>
            <a:off x="6986659" y="1376753"/>
            <a:ext cx="234872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SecondarySortDirection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6" name="TextBox 1035"/>
          <p:cNvSpPr txBox="1"/>
          <p:nvPr/>
        </p:nvSpPr>
        <p:spPr>
          <a:xfrm>
            <a:off x="7691980" y="3080265"/>
            <a:ext cx="164339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RasterElements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887018" y="7353300"/>
            <a:ext cx="1009581" cy="266700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TextBox 1036"/>
          <p:cNvSpPr txBox="1"/>
          <p:nvPr/>
        </p:nvSpPr>
        <p:spPr>
          <a:xfrm>
            <a:off x="11928468" y="6312775"/>
            <a:ext cx="230210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PsthShow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VerticalHistogramShow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8" name="TextBox 1037"/>
          <p:cNvSpPr txBox="1"/>
          <p:nvPr/>
        </p:nvSpPr>
        <p:spPr>
          <a:xfrm>
            <a:off x="10896599" y="9139043"/>
            <a:ext cx="2770182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PsthBinSize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PsthYLim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PsthSmoothing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VerticalHistogramBinSize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VerticalHistogramYLim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VerticalHistogramSmoothing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9" name="TextBox 1038"/>
          <p:cNvSpPr txBox="1"/>
          <p:nvPr/>
        </p:nvSpPr>
        <p:spPr>
          <a:xfrm>
            <a:off x="11928468" y="7059121"/>
            <a:ext cx="239347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PsthYUnits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VerticalHistogramYUnits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11928468" y="7805467"/>
            <a:ext cx="2337371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PsthCount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VerticalHistogramCount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1" name="TextBox 1040"/>
          <p:cNvSpPr txBox="1"/>
          <p:nvPr/>
        </p:nvSpPr>
        <p:spPr>
          <a:xfrm>
            <a:off x="11928468" y="8551813"/>
            <a:ext cx="209865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HistogramYLimMode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7" name="Straight Connector 1046"/>
          <p:cNvCxnSpPr/>
          <p:nvPr/>
        </p:nvCxnSpPr>
        <p:spPr>
          <a:xfrm>
            <a:off x="1169185" y="1077878"/>
            <a:ext cx="16002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/>
          <p:cNvCxnSpPr/>
          <p:nvPr/>
        </p:nvCxnSpPr>
        <p:spPr>
          <a:xfrm flipH="1">
            <a:off x="206304" y="2518059"/>
            <a:ext cx="4132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9" idx="1"/>
          </p:cNvCxnSpPr>
          <p:nvPr/>
        </p:nvCxnSpPr>
        <p:spPr>
          <a:xfrm>
            <a:off x="1752600" y="2927527"/>
            <a:ext cx="8867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1758462" y="2205462"/>
            <a:ext cx="8867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1752600" y="1809653"/>
            <a:ext cx="8867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1752600" y="3628945"/>
            <a:ext cx="8867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1752599" y="4037761"/>
            <a:ext cx="88673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206304" y="4371273"/>
            <a:ext cx="4132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769385" y="6587861"/>
            <a:ext cx="0" cy="8763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148147" y="7260831"/>
            <a:ext cx="2795453" cy="511569"/>
          </a:xfrm>
          <a:prstGeom prst="rect">
            <a:avLst/>
          </a:prstGeom>
          <a:pattFill prst="dkUpDiag">
            <a:fgClr>
              <a:srgbClr val="5F5F5F"/>
            </a:fgClr>
            <a:bgClr>
              <a:schemeClr val="bg2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6070724" y="6587861"/>
            <a:ext cx="0" cy="8763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7319365" y="6587861"/>
            <a:ext cx="0" cy="8763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209379" y="8572500"/>
            <a:ext cx="31335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7791805" y="6587861"/>
            <a:ext cx="0" cy="14218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6953604" y="8721090"/>
            <a:ext cx="0" cy="42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792082" y="8231237"/>
            <a:ext cx="47130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4255623" y="6587861"/>
            <a:ext cx="0" cy="16643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657702" y="9552046"/>
            <a:ext cx="211949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ExcludePartialEvents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3" name="Straight Connector 82"/>
          <p:cNvCxnSpPr/>
          <p:nvPr/>
        </p:nvCxnSpPr>
        <p:spPr>
          <a:xfrm flipH="1">
            <a:off x="2250553" y="8009680"/>
            <a:ext cx="38877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2250553" y="8009680"/>
            <a:ext cx="1" cy="12986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25" idx="3"/>
          </p:cNvCxnSpPr>
          <p:nvPr/>
        </p:nvCxnSpPr>
        <p:spPr>
          <a:xfrm flipH="1">
            <a:off x="1752600" y="9308320"/>
            <a:ext cx="49795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772150" y="8144205"/>
            <a:ext cx="46483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6236984" y="8144205"/>
            <a:ext cx="0" cy="100819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1056"/>
          <p:cNvCxnSpPr/>
          <p:nvPr/>
        </p:nvCxnSpPr>
        <p:spPr>
          <a:xfrm>
            <a:off x="5052060" y="8648303"/>
            <a:ext cx="0" cy="108743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/>
          <p:cNvCxnSpPr/>
          <p:nvPr/>
        </p:nvCxnSpPr>
        <p:spPr>
          <a:xfrm>
            <a:off x="8138160" y="8721090"/>
            <a:ext cx="150876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1064"/>
          <p:cNvCxnSpPr/>
          <p:nvPr/>
        </p:nvCxnSpPr>
        <p:spPr>
          <a:xfrm>
            <a:off x="9646920" y="8721090"/>
            <a:ext cx="0" cy="4313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/>
          <p:cNvCxnSpPr>
            <a:endCxn id="1041" idx="1"/>
          </p:cNvCxnSpPr>
          <p:nvPr/>
        </p:nvCxnSpPr>
        <p:spPr>
          <a:xfrm>
            <a:off x="11365230" y="8721090"/>
            <a:ext cx="56323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Connector 1068"/>
          <p:cNvCxnSpPr/>
          <p:nvPr/>
        </p:nvCxnSpPr>
        <p:spPr>
          <a:xfrm>
            <a:off x="10241280" y="8810357"/>
            <a:ext cx="0" cy="2298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1070"/>
          <p:cNvCxnSpPr/>
          <p:nvPr/>
        </p:nvCxnSpPr>
        <p:spPr>
          <a:xfrm>
            <a:off x="10229850" y="9048473"/>
            <a:ext cx="17657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1074"/>
          <p:cNvCxnSpPr/>
          <p:nvPr/>
        </p:nvCxnSpPr>
        <p:spPr>
          <a:xfrm>
            <a:off x="12007008" y="9040178"/>
            <a:ext cx="0" cy="1038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/>
          <p:cNvCxnSpPr/>
          <p:nvPr/>
        </p:nvCxnSpPr>
        <p:spPr>
          <a:xfrm>
            <a:off x="11112714" y="8231237"/>
            <a:ext cx="8942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Connector 1078"/>
          <p:cNvCxnSpPr/>
          <p:nvPr/>
        </p:nvCxnSpPr>
        <p:spPr>
          <a:xfrm>
            <a:off x="11125200" y="7851817"/>
            <a:ext cx="55007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/>
          <p:cNvCxnSpPr/>
          <p:nvPr/>
        </p:nvCxnSpPr>
        <p:spPr>
          <a:xfrm flipV="1">
            <a:off x="11675278" y="7361964"/>
            <a:ext cx="0" cy="4898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/>
          <p:cNvCxnSpPr>
            <a:endCxn id="1039" idx="1"/>
          </p:cNvCxnSpPr>
          <p:nvPr/>
        </p:nvCxnSpPr>
        <p:spPr>
          <a:xfrm flipV="1">
            <a:off x="11686708" y="7351509"/>
            <a:ext cx="241760" cy="104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/>
          <p:cNvCxnSpPr/>
          <p:nvPr/>
        </p:nvCxnSpPr>
        <p:spPr>
          <a:xfrm flipV="1">
            <a:off x="11125200" y="7189937"/>
            <a:ext cx="0" cy="2301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/>
          <p:cNvCxnSpPr/>
          <p:nvPr/>
        </p:nvCxnSpPr>
        <p:spPr>
          <a:xfrm>
            <a:off x="11125200" y="7189937"/>
            <a:ext cx="55007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/>
          <p:cNvCxnSpPr/>
          <p:nvPr/>
        </p:nvCxnSpPr>
        <p:spPr>
          <a:xfrm flipV="1">
            <a:off x="11675278" y="6605162"/>
            <a:ext cx="0" cy="5847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/>
          <p:cNvCxnSpPr>
            <a:stCxn id="1037" idx="1"/>
          </p:cNvCxnSpPr>
          <p:nvPr/>
        </p:nvCxnSpPr>
        <p:spPr>
          <a:xfrm flipH="1">
            <a:off x="11686709" y="6605163"/>
            <a:ext cx="24175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/>
          <p:cNvCxnSpPr>
            <a:stCxn id="1033" idx="3"/>
          </p:cNvCxnSpPr>
          <p:nvPr/>
        </p:nvCxnSpPr>
        <p:spPr>
          <a:xfrm>
            <a:off x="9335379" y="987870"/>
            <a:ext cx="55163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1103"/>
          <p:cNvCxnSpPr/>
          <p:nvPr/>
        </p:nvCxnSpPr>
        <p:spPr>
          <a:xfrm flipH="1">
            <a:off x="2456371" y="8743950"/>
            <a:ext cx="19400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1105"/>
          <p:cNvCxnSpPr/>
          <p:nvPr/>
        </p:nvCxnSpPr>
        <p:spPr>
          <a:xfrm>
            <a:off x="2444941" y="8732520"/>
            <a:ext cx="0" cy="9731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1109"/>
          <p:cNvCxnSpPr/>
          <p:nvPr/>
        </p:nvCxnSpPr>
        <p:spPr>
          <a:xfrm>
            <a:off x="3909487" y="8574673"/>
            <a:ext cx="2582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/>
          <p:cNvCxnSpPr/>
          <p:nvPr/>
        </p:nvCxnSpPr>
        <p:spPr>
          <a:xfrm>
            <a:off x="4167715" y="8551813"/>
            <a:ext cx="0" cy="5921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/>
          <p:cNvCxnSpPr>
            <a:stCxn id="75" idx="1"/>
          </p:cNvCxnSpPr>
          <p:nvPr/>
        </p:nvCxnSpPr>
        <p:spPr>
          <a:xfrm flipH="1">
            <a:off x="2444941" y="9721323"/>
            <a:ext cx="21276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1120"/>
          <p:cNvCxnSpPr>
            <a:stCxn id="31" idx="1"/>
          </p:cNvCxnSpPr>
          <p:nvPr/>
        </p:nvCxnSpPr>
        <p:spPr>
          <a:xfrm flipH="1">
            <a:off x="5052060" y="9721323"/>
            <a:ext cx="10017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Straight Connector 1122"/>
          <p:cNvCxnSpPr>
            <a:stCxn id="1035" idx="3"/>
          </p:cNvCxnSpPr>
          <p:nvPr/>
        </p:nvCxnSpPr>
        <p:spPr>
          <a:xfrm>
            <a:off x="9335379" y="1546030"/>
            <a:ext cx="57062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/>
          <p:cNvCxnSpPr>
            <a:stCxn id="1036" idx="3"/>
          </p:cNvCxnSpPr>
          <p:nvPr/>
        </p:nvCxnSpPr>
        <p:spPr>
          <a:xfrm>
            <a:off x="9335379" y="3249542"/>
            <a:ext cx="55163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/>
          <p:cNvCxnSpPr>
            <a:endCxn id="1032" idx="1"/>
          </p:cNvCxnSpPr>
          <p:nvPr/>
        </p:nvCxnSpPr>
        <p:spPr>
          <a:xfrm>
            <a:off x="11400239" y="963888"/>
            <a:ext cx="52822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/>
          <p:cNvCxnSpPr/>
          <p:nvPr/>
        </p:nvCxnSpPr>
        <p:spPr>
          <a:xfrm>
            <a:off x="11125200" y="748891"/>
            <a:ext cx="5216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Straight Connector 1131"/>
          <p:cNvCxnSpPr>
            <a:stCxn id="1031" idx="1"/>
          </p:cNvCxnSpPr>
          <p:nvPr/>
        </p:nvCxnSpPr>
        <p:spPr>
          <a:xfrm flipH="1">
            <a:off x="11594306" y="499914"/>
            <a:ext cx="3341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1133"/>
          <p:cNvCxnSpPr/>
          <p:nvPr/>
        </p:nvCxnSpPr>
        <p:spPr>
          <a:xfrm>
            <a:off x="11626215" y="499914"/>
            <a:ext cx="0" cy="2489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1135"/>
          <p:cNvCxnSpPr/>
          <p:nvPr/>
        </p:nvCxnSpPr>
        <p:spPr>
          <a:xfrm>
            <a:off x="11112714" y="1331033"/>
            <a:ext cx="5341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/>
          <p:cNvCxnSpPr>
            <a:stCxn id="1034" idx="1"/>
          </p:cNvCxnSpPr>
          <p:nvPr/>
        </p:nvCxnSpPr>
        <p:spPr>
          <a:xfrm flipH="1">
            <a:off x="11594306" y="1427862"/>
            <a:ext cx="3341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Connector 1139"/>
          <p:cNvCxnSpPr/>
          <p:nvPr/>
        </p:nvCxnSpPr>
        <p:spPr>
          <a:xfrm>
            <a:off x="11626215" y="1331033"/>
            <a:ext cx="0" cy="968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7339319" y="4512930"/>
            <a:ext cx="223689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RasterTrialHeightUnits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1928468" y="4831572"/>
            <a:ext cx="206498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RasterTrialHeight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RasterTrialOverlap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RasterInchesPerSec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1928468" y="5811033"/>
            <a:ext cx="129631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RasterYAxis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899151" y="5091035"/>
            <a:ext cx="167706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RasterXLimAuto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320741" y="5641756"/>
            <a:ext cx="125547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RasterXLim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554191" y="5980310"/>
            <a:ext cx="0" cy="8578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1121"/>
          <p:cNvCxnSpPr/>
          <p:nvPr/>
        </p:nvCxnSpPr>
        <p:spPr>
          <a:xfrm flipH="1">
            <a:off x="9547590" y="6838167"/>
            <a:ext cx="4414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Straight Connector 1129"/>
          <p:cNvCxnSpPr/>
          <p:nvPr/>
        </p:nvCxnSpPr>
        <p:spPr>
          <a:xfrm flipH="1">
            <a:off x="9768333" y="6577422"/>
            <a:ext cx="17110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Straight Connector 1134"/>
          <p:cNvCxnSpPr/>
          <p:nvPr/>
        </p:nvCxnSpPr>
        <p:spPr>
          <a:xfrm flipV="1">
            <a:off x="9794977" y="5270215"/>
            <a:ext cx="0" cy="13171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Connector 1140"/>
          <p:cNvCxnSpPr>
            <a:stCxn id="104" idx="3"/>
          </p:cNvCxnSpPr>
          <p:nvPr/>
        </p:nvCxnSpPr>
        <p:spPr>
          <a:xfrm>
            <a:off x="9576213" y="5260312"/>
            <a:ext cx="24450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1143"/>
          <p:cNvCxnSpPr>
            <a:stCxn id="101" idx="3"/>
          </p:cNvCxnSpPr>
          <p:nvPr/>
        </p:nvCxnSpPr>
        <p:spPr>
          <a:xfrm>
            <a:off x="9576213" y="4682207"/>
            <a:ext cx="27767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/>
          <p:cNvCxnSpPr/>
          <p:nvPr/>
        </p:nvCxnSpPr>
        <p:spPr>
          <a:xfrm>
            <a:off x="9853886" y="4654527"/>
            <a:ext cx="0" cy="48897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1147"/>
          <p:cNvCxnSpPr/>
          <p:nvPr/>
        </p:nvCxnSpPr>
        <p:spPr>
          <a:xfrm>
            <a:off x="9820722" y="5143500"/>
            <a:ext cx="80917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1149"/>
          <p:cNvCxnSpPr/>
          <p:nvPr/>
        </p:nvCxnSpPr>
        <p:spPr>
          <a:xfrm>
            <a:off x="10629900" y="5119980"/>
            <a:ext cx="0" cy="2541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03" idx="1"/>
          </p:cNvCxnSpPr>
          <p:nvPr/>
        </p:nvCxnSpPr>
        <p:spPr>
          <a:xfrm flipH="1">
            <a:off x="11477866" y="5980310"/>
            <a:ext cx="45060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1507575" y="5980310"/>
            <a:ext cx="0" cy="6977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283102" y="6678091"/>
            <a:ext cx="25088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0896599" y="6073993"/>
            <a:ext cx="48318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1"/>
          </p:cNvCxnSpPr>
          <p:nvPr/>
        </p:nvCxnSpPr>
        <p:spPr>
          <a:xfrm flipH="1" flipV="1">
            <a:off x="11365230" y="5247070"/>
            <a:ext cx="563238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11400239" y="5219012"/>
            <a:ext cx="8304" cy="8813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142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571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6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82</Words>
  <Application>Microsoft Office PowerPoint</Application>
  <PresentationFormat>Custom</PresentationFormat>
  <Paragraphs>82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Stetner</dc:creator>
  <cp:lastModifiedBy>Michael Stetner</cp:lastModifiedBy>
  <cp:revision>20</cp:revision>
  <dcterms:created xsi:type="dcterms:W3CDTF">2015-08-03T15:07:19Z</dcterms:created>
  <dcterms:modified xsi:type="dcterms:W3CDTF">2015-08-04T19:16:10Z</dcterms:modified>
</cp:coreProperties>
</file>